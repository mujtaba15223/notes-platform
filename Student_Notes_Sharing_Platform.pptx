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239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idea: a platform where students share and discover quality study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platform: what it is and why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illustrative; replace with your own survey data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feature and why it matters to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four-step user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benefits for both students and colleges.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vision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67077" y="-731520"/>
            <a:ext cx="4206240" cy="4206240"/>
          </a:xfrm>
          <a:prstGeom prst="ellipse">
            <a:avLst/>
          </a:prstGeom>
          <a:solidFill>
            <a:srgbClr val="1B7F79">
              <a:alpha val="45000"/>
            </a:srgbClr>
          </a:solidFill>
          <a:ln w="12700">
            <a:solidFill>
              <a:srgbClr val="1B7F7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2651760"/>
            <a:ext cx="2926080" cy="2926080"/>
          </a:xfrm>
          <a:prstGeom prst="ellipse">
            <a:avLst/>
          </a:prstGeom>
          <a:solidFill>
            <a:srgbClr val="F4A62A">
              <a:alpha val="30000"/>
            </a:srgbClr>
          </a:solidFill>
          <a:ln w="12700">
            <a:solidFill>
              <a:srgbClr val="F4A62A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771" y="1881046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9327" y="179451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Notes</a:t>
            </a:r>
            <a:r>
              <a:rPr lang="en-US" sz="4800" dirty="0"/>
              <a:t>   </a:t>
            </a: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Platform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491799" y="234315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91799" y="2754915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10A998-C410-432B-EBAA-5F216A26F966}"/>
              </a:ext>
            </a:extLst>
          </p:cNvPr>
          <p:cNvSpPr txBox="1"/>
          <p:nvPr/>
        </p:nvSpPr>
        <p:spPr>
          <a:xfrm>
            <a:off x="405302" y="3318846"/>
            <a:ext cx="2167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PRESENTED BY :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A7D45-E8A3-1918-E462-A21F6D14076F}"/>
              </a:ext>
            </a:extLst>
          </p:cNvPr>
          <p:cNvSpPr txBox="1"/>
          <p:nvPr/>
        </p:nvSpPr>
        <p:spPr>
          <a:xfrm>
            <a:off x="405302" y="3811094"/>
            <a:ext cx="38307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25MVCSMR0098 – A.SUDESH KRISHNA</a:t>
            </a:r>
          </a:p>
          <a:p>
            <a:r>
              <a:rPr lang="en-US" dirty="0">
                <a:solidFill>
                  <a:schemeClr val="bg1"/>
                </a:solidFill>
              </a:rPr>
              <a:t>25MVCSMR0099 – A.MADHU KRISHNA</a:t>
            </a:r>
          </a:p>
          <a:p>
            <a:r>
              <a:rPr lang="en-US" dirty="0">
                <a:solidFill>
                  <a:schemeClr val="bg1"/>
                </a:solidFill>
              </a:rPr>
              <a:t>25MVCSMR0148 – M.MUJTABA</a:t>
            </a:r>
          </a:p>
          <a:p>
            <a:r>
              <a:rPr lang="en-US" dirty="0">
                <a:solidFill>
                  <a:schemeClr val="bg1"/>
                </a:solidFill>
              </a:rPr>
              <a:t>25MVCSMR0154 – P.SRI CHARAN 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420F9F-4B41-770A-A009-8E85966693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900" y="-31132"/>
            <a:ext cx="4733925" cy="19427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Notes Sharing Platform is a web and mobile space where students upload, find, rate and discuss class notes and study material.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is increasingly collaborative and digital, yet quality notes remain scattered across chats and drives.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60720" y="1371600"/>
            <a:ext cx="2834640" cy="3108960"/>
          </a:xfrm>
          <a:prstGeom prst="roundRect">
            <a:avLst>
              <a:gd name="adj" fmla="val 4839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1645920"/>
            <a:ext cx="640080" cy="640080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80136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949440" y="1645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080760" y="2560320"/>
            <a:ext cx="640080" cy="640080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27157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49440" y="2560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6080760" y="3474720"/>
            <a:ext cx="640080" cy="640080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36301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3474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377440"/>
          </a:xfrm>
          <a:prstGeom prst="roundRect">
            <a:avLst>
              <a:gd name="adj" fmla="val 5769"/>
            </a:avLst>
          </a:prstGeom>
          <a:solidFill>
            <a:srgbClr val="DFF3EF"/>
          </a:solidFill>
          <a:ln w="12700">
            <a:solidFill>
              <a:srgbClr val="DFF3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rely on scattered chats and drives for notes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name="adj" fmla="val 5769"/>
            </a:avLst>
          </a:prstGeom>
          <a:solidFill>
            <a:srgbClr val="DFF3EF"/>
          </a:solidFill>
          <a:ln w="12700">
            <a:solidFill>
              <a:srgbClr val="DF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3+ hrs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651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lost searching for reliable material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560320" cy="2377440"/>
          </a:xfrm>
          <a:prstGeom prst="roundRect">
            <a:avLst>
              <a:gd name="adj" fmla="val 5769"/>
            </a:avLst>
          </a:prstGeom>
          <a:solidFill>
            <a:srgbClr val="DFF3EF"/>
          </a:solidFill>
          <a:ln w="12700">
            <a:solidFill>
              <a:srgbClr val="DFF3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651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classes and struggle to catch up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are scattered, unverified and hard to find — good material rarely reaches those who need it.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4F8F8"/>
          </a:solidFill>
          <a:ln w="9525">
            <a:solidFill>
              <a:srgbClr val="D5E4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00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Upload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images and docs in seconds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4F8F8"/>
          </a:solidFill>
          <a:ln w="9525">
            <a:solidFill>
              <a:srgbClr val="D5E4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600200"/>
            <a:ext cx="548640" cy="54864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600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subject, course and semester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4F8F8"/>
          </a:solidFill>
          <a:ln w="9525">
            <a:solidFill>
              <a:srgbClr val="D5E4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600200"/>
            <a:ext cx="548640" cy="54864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7373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600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notes rise to the top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4F8F8"/>
          </a:solidFill>
          <a:ln w="9525">
            <a:solidFill>
              <a:srgbClr val="D5E4E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3375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doubts under every note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9184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4F8F8"/>
          </a:solidFill>
          <a:ln w="9525">
            <a:solidFill>
              <a:srgbClr val="D5E4E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74720" y="3200400"/>
            <a:ext cx="548640" cy="54864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33756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6052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 and plagiarism control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4F8F8"/>
          </a:solidFill>
          <a:ln w="9525">
            <a:solidFill>
              <a:srgbClr val="D5E4E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17920" y="3200400"/>
            <a:ext cx="548640" cy="54864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33756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Access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phone, tablet and laptop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F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88720" y="2148840"/>
            <a:ext cx="6766560" cy="0"/>
          </a:xfrm>
          <a:prstGeom prst="line">
            <a:avLst/>
          </a:prstGeom>
          <a:noFill/>
          <a:ln w="25400">
            <a:solidFill>
              <a:srgbClr val="1B7F79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822960" cy="822960"/>
          </a:xfrm>
          <a:prstGeom prst="ellipse">
            <a:avLst/>
          </a:prstGeom>
          <a:solidFill>
            <a:srgbClr val="1B7F79"/>
          </a:solidFill>
          <a:ln w="50800">
            <a:solidFill>
              <a:srgbClr val="DFF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8288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2880" y="3337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with your college email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35808" y="1737360"/>
            <a:ext cx="822960" cy="822960"/>
          </a:xfrm>
          <a:prstGeom prst="ellipse">
            <a:avLst/>
          </a:prstGeom>
          <a:solidFill>
            <a:srgbClr val="1B7F79"/>
          </a:solidFill>
          <a:ln w="50800">
            <a:solidFill>
              <a:srgbClr val="DFF3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35808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441448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441448" y="3337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notes with subject tags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94376" y="1737360"/>
            <a:ext cx="822960" cy="822960"/>
          </a:xfrm>
          <a:prstGeom prst="ellipse">
            <a:avLst/>
          </a:prstGeom>
          <a:solidFill>
            <a:srgbClr val="1B7F79"/>
          </a:solidFill>
          <a:ln w="50800">
            <a:solidFill>
              <a:srgbClr val="DFF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94376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700016" y="3337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download trusted notes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52944" y="1737360"/>
            <a:ext cx="822960" cy="822960"/>
          </a:xfrm>
          <a:prstGeom prst="ellipse">
            <a:avLst/>
          </a:prstGeom>
          <a:solidFill>
            <a:srgbClr val="1B7F79"/>
          </a:solidFill>
          <a:ln w="50800">
            <a:solidFill>
              <a:srgbClr val="DFF3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52944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958584" y="3337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Rate, comment and earn badges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931920" cy="3017520"/>
          </a:xfrm>
          <a:prstGeom prst="roundRect">
            <a:avLst>
              <a:gd name="adj" fmla="val 4545"/>
            </a:avLst>
          </a:prstGeom>
          <a:solidFill>
            <a:srgbClr val="F4F8F8"/>
          </a:solidFill>
          <a:ln w="9525">
            <a:solidFill>
              <a:srgbClr val="D5E4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8928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Students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quality notes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exam preparation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for contributors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463040"/>
            <a:ext cx="3931920" cy="3017520"/>
          </a:xfrm>
          <a:prstGeom prst="roundRect">
            <a:avLst>
              <a:gd name="adj" fmla="val 4545"/>
            </a:avLst>
          </a:prstGeom>
          <a:solidFill>
            <a:srgbClr val="0E3B43"/>
          </a:solidFill>
          <a:ln w="9525">
            <a:solidFill>
              <a:srgbClr val="0E3B4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737360"/>
            <a:ext cx="640080" cy="640080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18928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Institutions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6517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peer-learning culture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study resources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into learning gaps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B7F79">
              <a:alpha val="65000"/>
            </a:srgbClr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upload, search and ratings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B7F79">
              <a:alpha val="65000"/>
            </a:srgbClr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057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and discussion boards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B7F79">
              <a:alpha val="65000"/>
            </a:srgbClr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57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summaries and smart recommendations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4498" y="3154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4A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grows when it is shared.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</a:t>
            </a:r>
            <a:endParaRPr 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361</Words>
  <Application>Microsoft Office PowerPoint</Application>
  <PresentationFormat>On-screen Show (16:9)</PresentationFormat>
  <Paragraphs>80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Notes Sharing Platform</dc:title>
  <dc:subject>PptxGenJS Presentation</dc:subject>
  <dc:creator>PptxGenJS</dc:creator>
  <cp:lastModifiedBy>Madhu Krishna</cp:lastModifiedBy>
  <cp:revision>3</cp:revision>
  <dcterms:created xsi:type="dcterms:W3CDTF">2026-10-09T12:54:49Z</dcterms:created>
  <dcterms:modified xsi:type="dcterms:W3CDTF">2026-10-09T15:11:07Z</dcterms:modified>
</cp:coreProperties>
</file>